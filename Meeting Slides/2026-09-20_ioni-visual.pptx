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7" r:id="rId18"/>
    <p:sldId id="268" r:id="rId19"/>
    <p:sldId id="269" r:id="rId20"/>
    <p:sldId id="270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5649" autoAdjust="0"/>
  </p:normalViewPr>
  <p:slideViewPr>
    <p:cSldViewPr snapToGrid="0">
      <p:cViewPr varScale="1">
        <p:scale>
          <a:sx n="117" d="100"/>
          <a:sy n="117" d="100"/>
        </p:scale>
        <p:origin x="30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A67D2F17-03A8-45C5-BB90-2EE688B4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B36A811A-CC92-4676-A649-6E8E334A6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F6CDCF44-B71E-42A6-840A-942AEDED2C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7223A2C2-F59E-4CD7-A11C-E19D3DCC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5CB2EAEE-FA27-452A-B872-6DF5105D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6E525670-8D85-48FA-9162-AC624B7198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D0C252AB-448C-4F7D-A487-DCD3237D64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4A1A0A3F-5550-4872-A38D-B7CD240D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6311D205-81A0-4178-ADFC-51A36A227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821595F2-1888-4045-B357-3CF9A43A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FCBAF1-228E-482A-B676-997575C81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6B8743D3-844C-4DF2-BBEB-961ACA62465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B01B4D00-3895-4288-B542-FC595DCD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A7D98897-2ADB-4828-94D2-AB37982485D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F9FDECD7-0971-4D18-AC91-45E840F8A94C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24477DBD-22B8-4AFA-AB59-E0781838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ED7EEC97-1451-4EF1-9FA6-4700537B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A9A70D23-E56C-41FE-A11D-CBBC4A78553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F2884120-6C28-4FF8-8C12-714EDB108B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7FB82E17-2E76-49EB-8549-5373CED4E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A378C25-B7FC-4FBC-B7C0-611DAF2340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331F594F-06E9-4AB3-B39D-7BC814E0F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9068951C-BDAC-4D46-A5EE-0E5AD5F26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B1455B03-1635-4CE9-BF14-FB627481D7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C561D31C-C6FA-40CE-AF44-E1497E4E91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B39C5DF-3CAA-45D5-B1FB-B6F0C7B1D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658A773C-39FC-4F86-A703-2DDDB58E5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9BFEE3FF-C4F6-4986-BEAD-4A2DFC142D8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4E501CDB-0897-434A-AD94-88055CCC2BF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0EC23B3A-3D6A-41DD-808A-E4C50C0B7E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D1AB87A4-7EB0-446C-BAA8-F06C7AEC3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BB690461-0262-4220-B9B4-6ED6E828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638E0920-4F79-4C0E-B070-3ADB30441B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0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3684" y="0"/>
            <a:ext cx="3636633" cy="5143500"/>
          </a:xfrm>
          <a:prstGeom prst="rect">
            <a:avLst/>
          </a:prstGeom>
          <a:ln>
            <a:noFill/>
          </a:ln>
        </p:spPr>
      </p:pic>
      <p:sp>
        <p:nvSpPr>
          <p:cNvPr id="2" name="Meeting title">
            <a:extLst>
              <a:ext uri="{FF2B5EF4-FFF2-40B4-BE49-F238E27FC236}">
                <a16:creationId xmlns:a16="http://schemas.microsoft.com/office/drawing/2014/main" id="{E1614F94-EA7D-449C-8B50-18A1CADB9D4F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ION-I Scientific Visualization</a:t>
            </a:r>
          </a:p>
        </p:txBody>
      </p:sp>
      <p:sp>
        <p:nvSpPr>
          <p:cNvPr id="3" name="Meeting subtitle">
            <a:extLst>
              <a:ext uri="{FF2B5EF4-FFF2-40B4-BE49-F238E27FC236}">
                <a16:creationId xmlns:a16="http://schemas.microsoft.com/office/drawing/2014/main" id="{5A620D61-9513-4A99-B7CB-C9B9272E6E67}"/>
              </a:ext>
            </a:extLst>
          </p:cNvPr>
          <p:cNvSpPr>
            <a:spLocks noGrp="1"/>
          </p:cNvSpPr>
          <p:nvPr/>
        </p:nvSpPr>
        <p:spPr>
          <a:xfrm>
            <a:off x="523875" y="46958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 2026 Kickoff</a:t>
            </a:r>
          </a:p>
        </p:txBody>
      </p:sp>
    </p:spTree>
    <p:extLst>
      <p:ext uri="{BB962C8B-B14F-4D97-AF65-F5344CB8AC3E}">
        <p14:creationId xmlns:p14="http://schemas.microsoft.com/office/powerpoint/2010/main" val="143142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scope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1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2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3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Main bullets">
            <a:extLst>
              <a:ext uri="{FF2B5EF4-FFF2-40B4-BE49-F238E27FC236}">
                <a16:creationId xmlns:a16="http://schemas.microsoft.com/office/drawing/2014/main" id="{959ADAE8-AE81-4B6A-957C-54ACA1F407A0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77343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Scientific visualization within Plasma Source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Extend particle visualization to engineering geometry and field data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Develop scientific figures for papers and technical reviews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This semester: Club homepage for research results and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semester’s main project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3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4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5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Slide introduction">
            <a:extLst>
              <a:ext uri="{FF2B5EF4-FFF2-40B4-BE49-F238E27FC236}">
                <a16:creationId xmlns:a16="http://schemas.microsoft.com/office/drawing/2014/main" id="{B8F1483B-FB4D-492E-94FB-23C7526FDDD6}"/>
              </a:ext>
            </a:extLst>
          </p:cNvPr>
          <p:cNvSpPr>
            <a:spLocks noGrp="1"/>
          </p:cNvSpPr>
          <p:nvPr/>
        </p:nvSpPr>
        <p:spPr>
          <a:xfrm>
            <a:off x="714375" y="1438275"/>
            <a:ext cx="77343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Club homepage</a:t>
            </a:r>
          </a:p>
        </p:txBody>
      </p:sp>
      <p:sp>
        <p:nvSpPr>
          <p:cNvPr id="87" name="Main bullets">
            <a:extLst>
              <a:ext uri="{FF2B5EF4-FFF2-40B4-BE49-F238E27FC236}">
                <a16:creationId xmlns:a16="http://schemas.microsoft.com/office/drawing/2014/main" id="{211AE939-D7DF-44D9-A71C-20127A8F71E3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77343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Publish ION-I’s research projects, methods and technical results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Present scientific figures with interactive views of the underlying data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research workflow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/>
        </p:nvGraphicFramePr>
        <p:xfrm>
          <a:off x="714375" y="1619250"/>
          <a:ext cx="7734300" cy="27051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1  Data and geometry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Review source data and prepare geometry for visualization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2  Homepage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Publish the club overview and technical project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3  CAD and figures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Build a simplified cathode assembly and cutaway renders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4 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Connect the viewer and publish documented figure examples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7" name="Slide footnote">
            <a:extLst>
              <a:ext uri="{FF2B5EF4-FFF2-40B4-BE49-F238E27FC236}">
                <a16:creationId xmlns:a16="http://schemas.microsoft.com/office/drawing/2014/main" id="{4E10962B-21A8-4B0E-BFDB-C33BB70D557E}"/>
              </a:ext>
            </a:extLst>
          </p:cNvPr>
          <p:cNvSpPr>
            <a:spLocks noGrp="1"/>
          </p:cNvSpPr>
          <p:nvPr/>
        </p:nvSpPr>
        <p:spPr>
          <a:xfrm>
            <a:off x="714375" y="4505325"/>
            <a:ext cx="701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Target: Club homepage, a plasma viewer and a reproducible figure workflow</a:t>
            </a:r>
          </a:p>
        </p:txBody>
      </p:sp>
    </p:spTree>
    <p:extLst>
      <p:ext uri="{BB962C8B-B14F-4D97-AF65-F5344CB8AC3E}">
        <p14:creationId xmlns:p14="http://schemas.microsoft.com/office/powerpoint/2010/main" val="4031246533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Google Shape;60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3684" y="0"/>
            <a:ext cx="3636633" cy="5143500"/>
          </a:xfrm>
          <a:prstGeom prst="rect">
            <a:avLst/>
          </a:prstGeom>
          <a:ln>
            <a:noFill/>
          </a:ln>
        </p:spPr>
      </p:pic>
      <p:sp>
        <p:nvSpPr>
          <p:cNvPr id="2" name="Meeting title">
            <a:extLst>
              <a:ext uri="{FF2B5EF4-FFF2-40B4-BE49-F238E27FC236}">
                <a16:creationId xmlns:a16="http://schemas.microsoft.com/office/drawing/2014/main" id="{E1614F94-EA7D-449C-8B50-18A1CADB9D4F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ION-I Scientific Visualization</a:t>
            </a:r>
          </a:p>
        </p:txBody>
      </p:sp>
      <p:sp>
        <p:nvSpPr>
          <p:cNvPr id="3" name="Meeting subtitle">
            <a:extLst>
              <a:ext uri="{FF2B5EF4-FFF2-40B4-BE49-F238E27FC236}">
                <a16:creationId xmlns:a16="http://schemas.microsoft.com/office/drawing/2014/main" id="{5A620D61-9513-4A99-B7CB-C9B9272E6E67}"/>
              </a:ext>
            </a:extLst>
          </p:cNvPr>
          <p:cNvSpPr>
            <a:spLocks noGrp="1"/>
          </p:cNvSpPr>
          <p:nvPr/>
        </p:nvSpPr>
        <p:spPr>
          <a:xfrm>
            <a:off x="523875" y="46958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2 Meeting · Sep 20–26,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week's goals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78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1" name="Google Shape;79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2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3" name="Google Shape;81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Main bullets">
            <a:extLst>
              <a:ext uri="{FF2B5EF4-FFF2-40B4-BE49-F238E27FC236}">
                <a16:creationId xmlns:a16="http://schemas.microsoft.com/office/drawing/2014/main" id="{959ADAE8-AE81-4B6A-957C-54ACA1F407A0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77343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Audit shared particle datasets and Gott &amp; Xu cathode geometry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Define the engineering-geometry / field-data input format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Paper track: scope candidate topics, pick one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Deliverable: data &amp; geometry inventory + import plan; paper topic selected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Rough team split (4–5 people)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Google Shape;78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2" name="Google Shape;79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3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4" name="Google Shape;81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97" name="Table 96"/>
          <p:cNvGraphicFramePr/>
          <p:nvPr/>
        </p:nvGraphicFramePr>
        <p:xfrm>
          <a:off x="714375" y="1619250"/>
          <a:ext cx="7734300" cy="27051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1  Data &amp; geometry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Audit datasets, cathode geometry, define input 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2  Rendering env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Stand up PyVista / VTK / Trame in this repo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3  Paper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Scope topic candidates, start related-work scan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284C"/>
                          </a:solidFill>
                          <a:latin typeface="Arial"/>
                          <a:ea typeface="Arial"/>
                          <a:cs typeface="Arial"/>
                        </a:rPr>
                        <a:t>4  Homepage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Sketch scaffolding ahead of Week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7" name="Slide footnote">
            <a:extLst>
              <a:ext uri="{FF2B5EF4-FFF2-40B4-BE49-F238E27FC236}">
                <a16:creationId xmlns:a16="http://schemas.microsoft.com/office/drawing/2014/main" id="{4E10962B-21A8-4B0E-BFDB-C33BB70D557E}"/>
              </a:ext>
            </a:extLst>
          </p:cNvPr>
          <p:cNvSpPr>
            <a:spLocks noGrp="1"/>
          </p:cNvSpPr>
          <p:nvPr/>
        </p:nvSpPr>
        <p:spPr>
          <a:xfrm>
            <a:off x="714375" y="4505325"/>
            <a:ext cx="701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Loose split — pair up as needed, sync Friday to merge into the repo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F29C6079-CF50-3950-F7B3-37C5016C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28675"/>
            <a:ext cx="7953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Paper track &amp; next week</a:t>
            </a:r>
            <a:endParaRPr/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50CF39B-81F0-A7BF-E4FB-18A3BA818FA8}"/>
              </a:ext>
            </a:extLst>
          </p:cNvPr>
          <p:cNvSpPr>
            <a:spLocks noGrp="1"/>
          </p:cNvSpPr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003ECB4-68A0-AF72-FDFD-EB7C2DD32890}"/>
              </a:ext>
            </a:extLst>
          </p:cNvPr>
          <p:cNvSpPr>
            <a:spLocks noGrp="1"/>
          </p:cNvSpPr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Electric Propulsion Initiative - ION-I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Google Shape;78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ln>
            <a:noFill/>
          </a:ln>
        </p:spPr>
      </p:pic>
      <p:pic>
        <p:nvPicPr>
          <p:cNvPr id="93" name="Google Shape;79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ln>
            <a:noFill/>
          </a:ln>
        </p:spPr>
      </p:pic>
      <p:cxnSp>
        <p:nvCxnSpPr>
          <p:cNvPr id="94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ln w="1905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95" name="Google Shape;81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6B236AD-7344-733D-C8D4-7FFF4844EC55}"/>
              </a:ext>
            </a:extLst>
          </p:cNvPr>
          <p:cNvSpPr>
            <a:spLocks noGrp="1"/>
          </p:cNvSpPr>
          <p:nvPr/>
        </p:nvSpPr>
        <p:spPr>
          <a:xfrm>
            <a:off x="8829675" y="4838700"/>
            <a:ext cx="257175" cy="2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B32CF-B251-58B0-7BAB-AFB6BCFA3973}"/>
              </a:ext>
            </a:extLst>
          </p:cNvPr>
          <p:cNvSpPr>
            <a:spLocks noGrp="1"/>
          </p:cNvSpPr>
          <p:nvPr/>
        </p:nvSpPr>
        <p:spPr>
          <a:xfrm>
            <a:off x="209550" y="4810125"/>
            <a:ext cx="238125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6350"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 2026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Slide introduction">
            <a:extLst>
              <a:ext uri="{FF2B5EF4-FFF2-40B4-BE49-F238E27FC236}">
                <a16:creationId xmlns:a16="http://schemas.microsoft.com/office/drawing/2014/main" id="{B8F1483B-FB4D-492E-94FB-23C7526FDDD6}"/>
              </a:ext>
            </a:extLst>
          </p:cNvPr>
          <p:cNvSpPr>
            <a:spLocks noGrp="1"/>
          </p:cNvSpPr>
          <p:nvPr/>
        </p:nvSpPr>
        <p:spPr>
          <a:xfrm>
            <a:off x="714375" y="1438275"/>
            <a:ext cx="77343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Paper: literature review starts this week</a:t>
            </a:r>
          </a:p>
        </p:txBody>
      </p:sp>
      <p:sp>
        <p:nvSpPr>
          <p:cNvPr id="87" name="Main bullets">
            <a:extLst>
              <a:ext uri="{FF2B5EF4-FFF2-40B4-BE49-F238E27FC236}">
                <a16:creationId xmlns:a16="http://schemas.microsoft.com/office/drawing/2014/main" id="{211AE939-D7DF-44D9-A71C-20127A8F71E3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77343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Target venues (Spring 2027, if ready in time): Engineering Open House, Apr 9–10; Undergraduate Research Symposium, Apr 28–29</a:t>
            </a:r>
          </a:p>
          <a:p>
            <a:pPr marL="203200" indent="-127000">
              <a:lnSpc>
                <a:spcPct val="108000"/>
              </a:lnSpc>
              <a:spcAft>
                <a:spcPts val="1200"/>
              </a:spcAft>
              <a:buChar char="•"/>
              <a:defRPr sz="18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Next week (Sep 27–Oct 3): stand up rendering env, extend particle viz to engineering geometry/field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453</Words>
  <Application>Microsoft Office PowerPoint</Application>
  <DocSecurity>0</DocSecurity>
  <PresentationFormat>On-screen Show 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Research scope</vt:lpstr>
      <vt:lpstr>Plasma-source physics</vt:lpstr>
      <vt:lpstr>Technical foundation from last year</vt:lpstr>
      <vt:lpstr>Particle-state visualization</vt:lpstr>
      <vt:lpstr>Research value</vt:lpstr>
      <vt:lpstr>This semester’s main project</vt:lpstr>
      <vt:lpstr>Planned website content</vt:lpstr>
      <vt:lpstr>Proposed research workflow</vt:lpstr>
      <vt:lpstr>Cross-team research directions</vt:lpstr>
      <vt:lpstr>Technical work areas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Qu, Yaoning</cp:lastModifiedBy>
  <cp:revision>2</cp:revision>
  <dcterms:created xsi:type="dcterms:W3CDTF">2026-09-12T20:12:42Z</dcterms:created>
  <dcterms:modified xsi:type="dcterms:W3CDTF">2026-09-13T06:44:53Z</dcterms:modified>
</cp:coreProperties>
</file>